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03 - notes for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03 - notes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03 - notes for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/>
              <a:t>Slide 1 - Left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>
                <a:solidFill>
                  <a:srgbClr val="1F4E79"/>
                </a:solidFill>
              </a:rPr>
              <a:t>Slide 2 -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8C2828"/>
                </a:solidFill>
              </a:rPr>
              <a:t>Slide 3 -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