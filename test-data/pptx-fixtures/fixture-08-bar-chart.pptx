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増加</c:v>
                </c:pt>
              </c:strCache>
            </c:strRef>
          </c:tx>
          <c:spPr>
            <a:solidFill>
              <a:srgbClr val="AAD232"/>
            </a:solidFill>
          </c:spPr>
          <c:cat>
            <c:strRef>
              <c:f>Sheet1!$A$2:$A$5</c:f>
              <c:strCache>
                <c:ptCount val="4"/>
                <c:pt idx="0">
                  <c:v>SMM</c:v>
                </c:pt>
                <c:pt idx="1">
                  <c:v>コンテンツ</c:v>
                </c:pt>
                <c:pt idx="2">
                  <c:v>カスタマイズ</c:v>
                </c:pt>
                <c:pt idx="3">
                  <c:v>ビデオ広告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</c:v>
                </c:pt>
                <c:pt idx="1">
                  <c:v>55</c:v>
                </c:pt>
                <c:pt idx="2">
                  <c:v>51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同じ</c:v>
                </c:pt>
              </c:strCache>
            </c:strRef>
          </c:tx>
          <c:spPr>
            <a:solidFill>
              <a:srgbClr val="DCBE32"/>
            </a:solidFill>
          </c:spPr>
          <c:cat>
            <c:strRef>
              <c:f>Sheet1!$A$2:$A$5</c:f>
              <c:strCache>
                <c:ptCount val="4"/>
                <c:pt idx="0">
                  <c:v>SMM</c:v>
                </c:pt>
                <c:pt idx="1">
                  <c:v>コンテンツ</c:v>
                </c:pt>
                <c:pt idx="2">
                  <c:v>カスタマイズ</c:v>
                </c:pt>
                <c:pt idx="3">
                  <c:v>ビデオ広告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</c:v>
                </c:pt>
                <c:pt idx="1">
                  <c:v>42</c:v>
                </c:pt>
                <c:pt idx="2">
                  <c:v>44</c:v>
                </c:pt>
                <c:pt idx="3">
                  <c:v>43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減少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SMM</c:v>
                </c:pt>
                <c:pt idx="1">
                  <c:v>コンテンツ</c:v>
                </c:pt>
                <c:pt idx="2">
                  <c:v>カスタマイズ</c:v>
                </c:pt>
                <c:pt idx="3">
                  <c:v>ビデオ広告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10.0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08: clustered column chart (increase/same/decrease)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22860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0233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増加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同じ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減少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SMM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コンテンツ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カスタマイズ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ビデオ広告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2423160"/>
          <a:ext cx="82296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