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04 note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Fixture 04: Bullets and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40233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Level 0 bullet</a:t>
            </a:r>
          </a:p>
          <a:p>
            <a:pPr lvl="1"/>
            <a:r>
              <a:t>Level 1 bullet</a:t>
            </a:r>
          </a:p>
          <a:p>
            <a:pPr lvl="2"/>
            <a:r>
              <a:t>Level 2 bullet</a:t>
            </a:r>
          </a:p>
        </p:txBody>
      </p:sp>
      <p:sp>
        <p:nvSpPr>
          <p:cNvPr id="4" name="Chevron 3"/>
          <p:cNvSpPr/>
          <p:nvPr/>
        </p:nvSpPr>
        <p:spPr>
          <a:xfrm rot="1500000">
            <a:off x="5303520" y="1645920"/>
            <a:ext cx="2560320" cy="1280160"/>
          </a:xfrm>
          <a:prstGeom prst="chevron">
            <a:avLst/>
          </a:prstGeom>
          <a:solidFill>
            <a:srgbClr val="FFBF00"/>
          </a:solidFill>
          <a:ln>
            <a:solidFill>
              <a:srgbClr val="82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