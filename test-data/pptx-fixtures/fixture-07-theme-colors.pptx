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07 slide 1: schemeClr with lumMod, lumOff, shade, tint, satMod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07 slide 2: prstClr preset colors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Fixture 07: Theme Color Modifiers (lumMod, lumOff, tint, shade)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09728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0" y="822960"/>
            <a:ext cx="1097280" cy="8229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0" y="822960"/>
            <a:ext cx="1097280" cy="82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79" y="822960"/>
            <a:ext cx="1097280" cy="822960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822960"/>
            <a:ext cx="1097280" cy="822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822960"/>
            <a:ext cx="1097280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1828800"/>
            <a:ext cx="1097280" cy="822960"/>
          </a:xfrm>
          <a:prstGeom prst="rect">
            <a:avLst/>
          </a:prstGeom>
          <a:solidFill>
            <a:schemeClr val="accent2">
              <a:shade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1097280" cy="822960"/>
          </a:xfrm>
          <a:prstGeom prst="rect">
            <a:avLst/>
          </a:prstGeom>
          <a:solidFill>
            <a:schemeClr val="accent2">
              <a:shade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1097280" cy="822960"/>
          </a:xfrm>
          <a:prstGeom prst="rect">
            <a:avLst/>
          </a:prstGeom>
          <a:solidFill>
            <a:schemeClr val="accent2">
              <a:tint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1828800"/>
            <a:ext cx="1097280" cy="822960"/>
          </a:xfrm>
          <a:prstGeom prst="rect">
            <a:avLst/>
          </a:prstGeom>
          <a:solidFill>
            <a:schemeClr val="accent2">
              <a:tint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828800"/>
            <a:ext cx="1097280" cy="822960"/>
          </a:xfrm>
          <a:prstGeom prst="rect">
            <a:avLst/>
          </a:prstGeom>
          <a:solidFill>
            <a:schemeClr val="accent2">
              <a:tint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1097280" cy="822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2834640"/>
            <a:ext cx="1097280" cy="822960"/>
          </a:xfrm>
          <a:prstGeom prst="rect">
            <a:avLst/>
          </a:prstGeom>
          <a:solidFill>
            <a:schemeClr val="accent3">
              <a:satMod val="1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17520" y="2834640"/>
            <a:ext cx="1097280" cy="822960"/>
          </a:xfrm>
          <a:prstGeom prst="rect">
            <a:avLst/>
          </a:prstGeom>
          <a:solidFill>
            <a:schemeClr val="accent3">
              <a:satMod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2834640"/>
            <a:ext cx="1097280" cy="8229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2834640"/>
            <a:ext cx="1097280" cy="82296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2834640"/>
            <a:ext cx="1097280" cy="8229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Fixture 07: Preset Colors (prstClr)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234440" cy="868680"/>
          </a:xfrm>
          <a:prstGeom prst="roundRect">
            <a:avLst/>
          </a:prstGeom>
          <a:solidFill>
            <a:prstClr val="r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74519" y="822960"/>
            <a:ext cx="1234440" cy="868680"/>
          </a:xfrm>
          <a:prstGeom prst="roundRect">
            <a:avLst/>
          </a:prstGeom>
          <a:solidFill>
            <a:prstClr val="green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91840" y="822960"/>
            <a:ext cx="1234440" cy="868680"/>
          </a:xfrm>
          <a:prstGeom prst="roundRect">
            <a:avLst/>
          </a:prstGeom>
          <a:solidFill>
            <a:prstClr val="blu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09160" y="822960"/>
            <a:ext cx="1234440" cy="868680"/>
          </a:xfrm>
          <a:prstGeom prst="roundRect">
            <a:avLst/>
          </a:prstGeom>
          <a:solidFill>
            <a:prstClr val="orang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822960"/>
            <a:ext cx="1234440" cy="868680"/>
          </a:xfrm>
          <a:prstGeom prst="roundRect">
            <a:avLst/>
          </a:prstGeom>
          <a:solidFill>
            <a:prstClr val="yellow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43800" y="822960"/>
            <a:ext cx="1234440" cy="868680"/>
          </a:xfrm>
          <a:prstGeom prst="roundRect">
            <a:avLst/>
          </a:prstGeom>
          <a:solidFill>
            <a:prstClr val="purpl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1234440" cy="868680"/>
          </a:xfrm>
          <a:prstGeom prst="roundRect">
            <a:avLst/>
          </a:prstGeom>
          <a:solidFill>
            <a:prstClr val="cyan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74519" y="1874519"/>
            <a:ext cx="1234440" cy="868680"/>
          </a:xfrm>
          <a:prstGeom prst="roundRect">
            <a:avLst/>
          </a:prstGeom>
          <a:solidFill>
            <a:prstClr val="magent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874519"/>
            <a:ext cx="1234440" cy="868680"/>
          </a:xfrm>
          <a:prstGeom prst="roundRect">
            <a:avLst/>
          </a:prstGeom>
          <a:solidFill>
            <a:prstClr val="brown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60" y="1874519"/>
            <a:ext cx="1234440" cy="868680"/>
          </a:xfrm>
          <a:prstGeom prst="roundRect">
            <a:avLst/>
          </a:prstGeom>
          <a:solidFill>
            <a:prstClr val="gol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874519"/>
            <a:ext cx="1234440" cy="868680"/>
          </a:xfrm>
          <a:prstGeom prst="roundRect">
            <a:avLst/>
          </a:prstGeom>
          <a:solidFill>
            <a:prstClr val="pink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1234440" cy="868680"/>
          </a:xfrm>
          <a:prstGeom prst="roundRect">
            <a:avLst/>
          </a:prstGeom>
          <a:solidFill>
            <a:prstClr val="tomato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926079"/>
            <a:ext cx="1234440" cy="868680"/>
          </a:xfrm>
          <a:prstGeom prst="roundRect">
            <a:avLst/>
          </a:prstGeom>
          <a:solidFill>
            <a:prstClr val="steelBlu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74519" y="2926079"/>
            <a:ext cx="1234440" cy="868680"/>
          </a:xfrm>
          <a:prstGeom prst="roundRect">
            <a:avLst/>
          </a:prstGeom>
          <a:solidFill>
            <a:prstClr val="coral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2926079"/>
            <a:ext cx="1234440" cy="868680"/>
          </a:xfrm>
          <a:prstGeom prst="roundRect">
            <a:avLst/>
          </a:prstGeom>
          <a:solidFill>
            <a:prstClr val="indigo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