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01 note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D04423"/>
                </a:solidFill>
              </a:rPr>
              <a:t>Fixture 01: Basic Text and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1" sz="1800">
                <a:solidFill>
                  <a:srgbClr val="323232"/>
                </a:solidFill>
              </a:rPr>
              <a:t>Bold + italic + aligned text</a:t>
            </a:r>
          </a:p>
          <a:p>
            <a:pPr algn="ctr"/>
            <a:r>
              <a:rPr sz="1600">
                <a:solidFill>
                  <a:srgbClr val="145A9B"/>
                </a:solidFill>
              </a:rPr>
              <a:t>Center aligned second paragraph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34640"/>
            <a:ext cx="2560320" cy="1097280"/>
          </a:xfrm>
          <a:prstGeom prst="roundRect">
            <a:avLst/>
          </a:prstGeom>
          <a:solidFill>
            <a:srgbClr val="ACD433"/>
          </a:solidFill>
          <a:ln w="25400">
            <a:solidFill>
              <a:srgbClr val="5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749039" y="2743200"/>
            <a:ext cx="1828800" cy="1280160"/>
          </a:xfrm>
          <a:prstGeom prst="ellipse">
            <a:avLst/>
          </a:prstGeom>
          <a:solidFill>
            <a:srgbClr val="5CB8D4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126480" y="2926080"/>
            <a:ext cx="1920240" cy="822959"/>
          </a:xfrm>
          <a:prstGeom prst="line">
            <a:avLst/>
          </a:prstGeom>
          <a:ln w="38100">
            <a:solidFill>
              <a:srgbClr val="D044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