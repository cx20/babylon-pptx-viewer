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Fixture 05 note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95527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424242"/>
                </a:solidFill>
              </a:rPr>
              <a:t>Fixture 05: Group Transform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097280" y="1371600"/>
            <a:ext cx="5120640" cy="2560320"/>
            <a:chOff x="0" y="0"/>
            <a:chExt cx="3200400" cy="1691640"/>
          </a:xfrm>
        </p:grpSpPr>
        <p:sp>
          <p:nvSpPr>
            <p:cNvPr id="4" name="Rounded Rectangle 3"/>
            <p:cNvSpPr/>
            <p:nvPr/>
          </p:nvSpPr>
          <p:spPr>
            <a:xfrm>
              <a:off x="182880" y="182880"/>
              <a:ext cx="1645920" cy="914400"/>
            </a:xfrm>
            <a:prstGeom prst="roundRect">
              <a:avLst/>
            </a:prstGeom>
            <a:solidFill>
              <a:srgbClr val="6AA84F"/>
            </a:solidFill>
            <a:ln w="19050">
              <a:solidFill>
                <a:srgbClr val="38761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2103120" y="228600"/>
              <a:ext cx="1097280" cy="822960"/>
            </a:xfrm>
            <a:prstGeom prst="ellipse">
              <a:avLst/>
            </a:prstGeom>
            <a:solidFill>
              <a:srgbClr val="3D85C6"/>
            </a:solidFill>
            <a:ln w="19050">
              <a:solidFill>
                <a:srgbClr val="1F4E7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365760" y="1371600"/>
              <a:ext cx="2651760" cy="320040"/>
            </a:xfrm>
            <a:prstGeom prst="line">
              <a:avLst/>
            </a:prstGeom>
            <a:ln w="25400">
              <a:solidFill>
                <a:srgbClr val="CC66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Group 6"/>
            <p:cNvGrpSpPr/>
            <p:nvPr/>
          </p:nvGrpSpPr>
          <p:grpSpPr>
            <a:xfrm>
              <a:off x="1234440" y="1783080"/>
              <a:ext cx="1920240" cy="822960"/>
              <a:chOff x="0" y="0"/>
              <a:chExt cx="1463040" cy="548640"/>
            </a:xfrm>
          </p:grpSpPr>
          <p:sp>
            <p:nvSpPr>
              <p:cNvPr id="8" name="Chevron 7"/>
              <p:cNvSpPr/>
              <p:nvPr/>
            </p:nvSpPr>
            <p:spPr>
              <a:xfrm rot="900000">
                <a:off x="0" y="0"/>
                <a:ext cx="914400" cy="548640"/>
              </a:xfrm>
              <a:prstGeom prst="chevron">
                <a:avLst/>
              </a:prstGeom>
              <a:solidFill>
                <a:srgbClr val="FFC000"/>
              </a:solidFill>
              <a:ln>
                <a:solidFill>
                  <a:srgbClr val="9973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960120" y="45720"/>
                <a:ext cx="502920" cy="411480"/>
              </a:xfrm>
              <a:prstGeom prst="rect">
                <a:avLst/>
              </a:prstGeom>
              <a:solidFill>
                <a:srgbClr val="8E7CC3"/>
              </a:solidFill>
              <a:ln>
                <a:solidFill>
                  <a:srgbClr val="674EA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sp>
        <p:nvSpPr>
          <p:cNvPr id="10" name="TextBox 9"/>
          <p:cNvSpPr txBox="1"/>
          <p:nvPr/>
        </p:nvSpPr>
        <p:spPr>
          <a:xfrm>
            <a:off x="6309360" y="1920240"/>
            <a:ext cx="21945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grpSp</a:t>
            </a:r>
          </a:p>
          <a:p>
            <a:r>
              <a:t>outer + nested</a:t>
            </a:r>
          </a:p>
          <a:p>
            <a:r>
              <a:t>scale + offset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