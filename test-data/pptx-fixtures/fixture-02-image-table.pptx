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02 note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Fixture 02: Image + Table</a:t>
            </a:r>
          </a:p>
        </p:txBody>
      </p:sp>
      <p:pic>
        <p:nvPicPr>
          <p:cNvPr id="3" name="Picture 2" descr="sampl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3657600" cy="21031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0" y="1097280"/>
          <a:ext cx="3657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70104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>
                    <a:solidFill>
                      <a:srgbClr val="DCEB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